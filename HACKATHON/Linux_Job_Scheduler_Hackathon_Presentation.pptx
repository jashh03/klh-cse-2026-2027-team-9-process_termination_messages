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869680" y="548640"/>
            <a:ext cx="237744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784080" y="2926080"/>
            <a:ext cx="1371600" cy="13716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138160" y="4023360"/>
            <a:ext cx="2011680" cy="11887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2D3EE"/>
                </a:solidFill>
                <a:latin typeface="Aptos"/>
              </a:defRPr>
            </a:pPr>
            <a:r>
              <a:t>OSSP HACKATHON •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1F5F9"/>
                </a:solidFill>
                <a:latin typeface="Aptos"/>
              </a:defRPr>
            </a:pPr>
            <a:r>
              <a:t>Linux Job Scheduler</a:t>
            </a:r>
          </a:p>
          <a:p>
            <a:pPr>
              <a:spcAft>
                <a:spcPts val="800"/>
              </a:spcAft>
              <a:defRPr sz="3200" b="1">
                <a:solidFill>
                  <a:srgbClr val="F1F5F9"/>
                </a:solidFill>
                <a:latin typeface="Aptos"/>
              </a:defRPr>
            </a:pPr>
            <a:r>
              <a:t>&amp; Task Automation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6949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CBD5E1"/>
                </a:solidFill>
                <a:latin typeface="Aptos"/>
              </a:defRPr>
            </a:pPr>
            <a:r>
              <a:t>Schedule • Execute •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9788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22D3EE"/>
                </a:solidFill>
                <a:latin typeface="Aptos"/>
              </a:defRPr>
            </a:pPr>
            <a:r>
              <a:t>Ubuntu/Linux  |  C  |  Python + Flask  |  Web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0C3C9-7031-63DE-16CF-F9FDCEB5D0A0}"/>
              </a:ext>
            </a:extLst>
          </p:cNvPr>
          <p:cNvSpPr txBox="1"/>
          <p:nvPr/>
        </p:nvSpPr>
        <p:spPr>
          <a:xfrm>
            <a:off x="548641" y="4160520"/>
            <a:ext cx="6583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      BATCH 9 :</a:t>
            </a:r>
          </a:p>
          <a:p>
            <a:r>
              <a:rPr lang="en-US" dirty="0">
                <a:solidFill>
                  <a:schemeClr val="bg1"/>
                </a:solidFill>
              </a:rPr>
              <a:t>      T JASHWANT H RAM (2520030386)</a:t>
            </a:r>
          </a:p>
          <a:p>
            <a:r>
              <a:rPr lang="en-US" dirty="0">
                <a:solidFill>
                  <a:schemeClr val="bg1"/>
                </a:solidFill>
              </a:rPr>
              <a:t>      ATHINENI ARUN TEJ (2520030472)</a:t>
            </a:r>
          </a:p>
          <a:p>
            <a:r>
              <a:rPr lang="en-US" dirty="0">
                <a:solidFill>
                  <a:schemeClr val="bg1"/>
                </a:solidFill>
              </a:rPr>
              <a:t>      JAMPANI SAI SHASHANK (2520030433) 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Aptos"/>
              </a:defRPr>
            </a:pPr>
            <a:r>
              <a:t>01 •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1F5F9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97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Problem: users need a simple way to run programs or commands automatically at chosen times.</a:t>
            </a:r>
          </a:p>
          <a:p>
            <a:pPr>
              <a:spcAft>
                <a:spcPts val="17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Create and view scheduled jobs from a browser dashboard.</a:t>
            </a:r>
          </a:p>
          <a:p>
            <a:pPr>
              <a:spcAft>
                <a:spcPts val="17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Support one-time jobs and recurring intervals.</a:t>
            </a:r>
          </a:p>
          <a:p>
            <a:pPr>
              <a:spcAft>
                <a:spcPts val="17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Provide Run Now, Pause, Resume, and Delete controls.</a:t>
            </a:r>
          </a:p>
          <a:p>
            <a:pPr>
              <a:spcAft>
                <a:spcPts val="1700"/>
              </a:spcAft>
              <a:defRPr sz="2000">
                <a:solidFill>
                  <a:srgbClr val="F1F5F9"/>
                </a:solidFill>
                <a:latin typeface="Aptos"/>
              </a:defRPr>
            </a:pPr>
            <a:r>
              <a:t>•  Record execution status and output for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Aptos"/>
              </a:defRPr>
            </a:pPr>
            <a:r>
              <a:t>02 •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1F5F9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97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194560" cy="1143000"/>
          </a:xfrm>
          <a:prstGeom prst="roundRect">
            <a:avLst/>
          </a:prstGeom>
          <a:solidFill>
            <a:srgbClr val="1E293B"/>
          </a:solidFill>
          <a:ln w="228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Frontend</a:t>
            </a:r>
            <a:br/>
            <a:r>
              <a:t>HTML / CSS / JS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057400"/>
            <a:ext cx="2194560" cy="1143000"/>
          </a:xfrm>
          <a:prstGeom prst="roundRect">
            <a:avLst/>
          </a:prstGeom>
          <a:solidFill>
            <a:srgbClr val="1E293B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Flask API</a:t>
            </a:r>
            <a:br/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2057400"/>
            <a:ext cx="2194560" cy="1143000"/>
          </a:xfrm>
          <a:prstGeom prst="roundRect">
            <a:avLst/>
          </a:prstGeom>
          <a:solidFill>
            <a:srgbClr val="1E293B"/>
          </a:solidFill>
          <a:ln w="2286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Scheduler</a:t>
            </a:r>
            <a:br/>
            <a:r>
              <a:t>Loop + Job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057400"/>
            <a:ext cx="2651760" cy="1143000"/>
          </a:xfrm>
          <a:prstGeom prst="roundRect">
            <a:avLst/>
          </a:prstGeom>
          <a:solidFill>
            <a:srgbClr val="1E293B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700" b="1">
                <a:solidFill>
                  <a:srgbClr val="F1F5F9"/>
                </a:solidFill>
              </a:defRPr>
            </a:pPr>
            <a:r>
              <a:t>C Runner</a:t>
            </a:r>
            <a:br/>
            <a:r>
              <a:t>Linux Process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3591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3591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35915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22D3EE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77639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ptos"/>
              </a:defRPr>
            </a:pPr>
            <a:r>
              <a:t>Persistence: jobs.json</a:t>
            </a:r>
          </a:p>
          <a:p>
            <a:pPr>
              <a:spcAft>
                <a:spcPts val="800"/>
              </a:spcAft>
              <a:defRPr sz="1800" b="0">
                <a:solidFill>
                  <a:srgbClr val="CBD5E1"/>
                </a:solidFill>
                <a:latin typeface="Aptos"/>
              </a:defRPr>
            </a:pPr>
            <a:r>
              <a:t>Execution history: scheduler.log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39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ptos"/>
              </a:defRPr>
            </a:pPr>
            <a:r>
              <a:t>Python/Flask handles scheduling and storage.</a:t>
            </a:r>
          </a:p>
          <a:p>
            <a:pPr>
              <a:spcAft>
                <a:spcPts val="800"/>
              </a:spcAft>
              <a:defRPr sz="1700" b="0">
                <a:solidFill>
                  <a:srgbClr val="CBD5E1"/>
                </a:solidFill>
                <a:latin typeface="Aptos"/>
              </a:defRPr>
            </a:pPr>
            <a:r>
              <a:t>C runner launches commands and waits for exit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Aptos"/>
              </a:defRPr>
            </a:pPr>
            <a:r>
              <a:t>03 •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1F5F9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97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Create a job with a command and delay.</a:t>
            </a:r>
          </a:p>
          <a:p>
            <a:pPr>
              <a:spcAft>
                <a:spcPts val="17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Run jobs automatically when due or trigger Run Now.</a:t>
            </a:r>
          </a:p>
          <a:p>
            <a:pPr>
              <a:spcAft>
                <a:spcPts val="17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Pause and resume scheduled jobs; delete unwanted jobs.</a:t>
            </a:r>
          </a:p>
          <a:p>
            <a:pPr>
              <a:spcAft>
                <a:spcPts val="17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Support recurring execution intervals.</a:t>
            </a:r>
          </a:p>
          <a:p>
            <a:pPr>
              <a:spcAft>
                <a:spcPts val="17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Show job state and execution logs in the dashboard.</a:t>
            </a:r>
          </a:p>
          <a:p>
            <a:pPr>
              <a:spcAft>
                <a:spcPts val="1700"/>
              </a:spcAft>
              <a:defRPr sz="2100">
                <a:solidFill>
                  <a:srgbClr val="F1F5F9"/>
                </a:solidFill>
                <a:latin typeface="Aptos"/>
              </a:defRPr>
            </a:pPr>
            <a:r>
              <a:t>•  Save job records locally in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Aptos"/>
              </a:defRPr>
            </a:pPr>
            <a:r>
              <a:t>04 •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1F5F9"/>
                </a:solidFill>
                <a:latin typeface="Aptos"/>
              </a:defRPr>
            </a:pPr>
            <a:r>
              <a:t>How a Job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97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5029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842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194767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1F5F9"/>
                </a:solidFill>
                <a:latin typeface="Aptos"/>
              </a:defRPr>
            </a:pPr>
            <a:r>
              <a:t>User schedules a command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783080"/>
            <a:ext cx="5029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98424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A78BF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59" y="194767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1F5F9"/>
                </a:solidFill>
                <a:latin typeface="Aptos"/>
              </a:defRPr>
            </a:pPr>
            <a:r>
              <a:t>Flask validates and saves the job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108960"/>
            <a:ext cx="5029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3101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27355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1F5F9"/>
                </a:solidFill>
                <a:latin typeface="Aptos"/>
              </a:defRPr>
            </a:pPr>
            <a:r>
              <a:t>Scheduler loop checks due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108960"/>
            <a:ext cx="5029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331012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A78BF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3273552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1F5F9"/>
                </a:solidFill>
                <a:latin typeface="Aptos"/>
              </a:defRPr>
            </a:pPr>
            <a:r>
              <a:t>C runner starts the Linux process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34840"/>
            <a:ext cx="5029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463600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22D3E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599431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1F5F9"/>
                </a:solidFill>
                <a:latin typeface="Aptos"/>
              </a:defRPr>
            </a:pPr>
            <a:r>
              <a:t>Process finishes; exit status is collected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4434840"/>
            <a:ext cx="50292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4636007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A78BFA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59" y="4599431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F1F5F9"/>
                </a:solidFill>
                <a:latin typeface="Aptos"/>
              </a:defRPr>
            </a:pPr>
            <a:r>
              <a:t>Status and output are written to 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Aptos"/>
              </a:defRPr>
            </a:pPr>
            <a:r>
              <a:t>05 •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1F5F9"/>
                </a:solidFill>
                <a:latin typeface="Aptos"/>
              </a:defRPr>
            </a:pPr>
            <a: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97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C execution component compiled and ran a harmless test command.</a:t>
            </a:r>
          </a:p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Flask dashboard and API were started successfully.</a:t>
            </a:r>
          </a:p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Automatic execution and Run Now were tested by the developer.</a:t>
            </a:r>
          </a:p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During the demo, show a short-delay job and verify its log entry.</a:t>
            </a:r>
          </a:p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Also demonstrate pause/resume, delete, and persistence after restart if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320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2D3EE"/>
                </a:solidFill>
                <a:latin typeface="Aptos"/>
              </a:defRPr>
            </a:pPr>
            <a:r>
              <a:t>06 •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1F5F9"/>
                </a:solidFill>
                <a:latin typeface="Aptos"/>
              </a:defRPr>
            </a:pPr>
            <a:r>
              <a:t>Security, 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9728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Commands run with the permissions of the application user; schedule only trusted commands.</a:t>
            </a:r>
          </a:p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Keep the prototype local; authentication is not included.</a:t>
            </a:r>
          </a:p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Current storage is local JSON plus a text log.</a:t>
            </a:r>
          </a:p>
          <a:p>
            <a:pPr>
              <a:spcAft>
                <a:spcPts val="1700"/>
              </a:spcAft>
              <a:defRPr sz="1900">
                <a:solidFill>
                  <a:srgbClr val="F1F5F9"/>
                </a:solidFill>
                <a:latin typeface="Aptos"/>
              </a:defRPr>
            </a:pPr>
            <a:r>
              <a:t>•  Future: authentication, database storage, cron-style schedules, notifications, and stronger command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94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D3EE"/>
                </a:solidFill>
                <a:latin typeface="Aptos"/>
              </a:defRPr>
            </a:pPr>
            <a:r>
              <a:t>OSSP HACKATHON 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40533"/>
            <a:ext cx="10241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22D3EE"/>
                </a:solidFill>
                <a:latin typeface="Aptos"/>
              </a:defRPr>
            </a:pPr>
            <a:r>
              <a:rPr sz="72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433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Tej</cp:lastModifiedBy>
  <cp:revision>4</cp:revision>
  <dcterms:created xsi:type="dcterms:W3CDTF">2013-01-27T09:14:16Z</dcterms:created>
  <dcterms:modified xsi:type="dcterms:W3CDTF">2026-10-17T05:09:27Z</dcterms:modified>
  <cp:category/>
</cp:coreProperties>
</file>